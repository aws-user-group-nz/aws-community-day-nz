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6858000" cy="9144000"/>
  <p:embeddedFontLst>
    <p:embeddedFont>
      <p:font typeface="Oi" pitchFamily="2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44">
          <p15:clr>
            <a:srgbClr val="A4A3A4"/>
          </p15:clr>
        </p15:guide>
        <p15:guide id="2" orient="horz" pos="2898">
          <p15:clr>
            <a:srgbClr val="A4A3A4"/>
          </p15:clr>
        </p15:guide>
        <p15:guide id="3" orient="horz" pos="2412">
          <p15:clr>
            <a:srgbClr val="A4A3A4"/>
          </p15:clr>
        </p15:guide>
        <p15:guide id="4" orient="horz" pos="3196">
          <p15:clr>
            <a:srgbClr val="A4A3A4"/>
          </p15:clr>
        </p15:guide>
        <p15:guide id="5" orient="horz" pos="1350">
          <p15:clr>
            <a:srgbClr val="A4A3A4"/>
          </p15:clr>
        </p15:guide>
        <p15:guide id="6" orient="horz" pos="1378">
          <p15:clr>
            <a:srgbClr val="A4A3A4"/>
          </p15:clr>
        </p15:guide>
        <p15:guide id="7" orient="horz" pos="2078">
          <p15:clr>
            <a:srgbClr val="A4A3A4"/>
          </p15:clr>
        </p15:guide>
        <p15:guide id="8" orient="horz" pos="125">
          <p15:clr>
            <a:srgbClr val="A4A3A4"/>
          </p15:clr>
        </p15:guide>
        <p15:guide id="9" orient="horz" pos="2106">
          <p15:clr>
            <a:srgbClr val="A4A3A4"/>
          </p15:clr>
        </p15:guide>
        <p15:guide id="10" orient="horz" pos="2859">
          <p15:clr>
            <a:srgbClr val="A4A3A4"/>
          </p15:clr>
        </p15:guide>
        <p15:guide id="11" pos="960">
          <p15:clr>
            <a:srgbClr val="A4A3A4"/>
          </p15:clr>
        </p15:guide>
        <p15:guide id="12" pos="1755">
          <p15:clr>
            <a:srgbClr val="A4A3A4"/>
          </p15:clr>
        </p15:guide>
        <p15:guide id="13" pos="2883">
          <p15:clr>
            <a:srgbClr val="A4A3A4"/>
          </p15:clr>
        </p15:guide>
        <p15:guide id="14" pos="2519">
          <p15:clr>
            <a:srgbClr val="A4A3A4"/>
          </p15:clr>
        </p15:guide>
        <p15:guide id="15" pos="4790">
          <p15:clr>
            <a:srgbClr val="A4A3A4"/>
          </p15:clr>
        </p15:guide>
        <p15:guide id="16" pos="2487">
          <p15:clr>
            <a:srgbClr val="A4A3A4"/>
          </p15:clr>
        </p15:guide>
        <p15:guide id="17" pos="1722">
          <p15:clr>
            <a:srgbClr val="A4A3A4"/>
          </p15:clr>
        </p15:guide>
        <p15:guide id="18" pos="987">
          <p15:clr>
            <a:srgbClr val="A4A3A4"/>
          </p15:clr>
        </p15:guide>
        <p15:guide id="19" pos="4818">
          <p15:clr>
            <a:srgbClr val="A4A3A4"/>
          </p15:clr>
        </p15:guide>
        <p15:guide id="20" pos="3257">
          <p15:clr>
            <a:srgbClr val="A4A3A4"/>
          </p15:clr>
        </p15:guide>
        <p15:guide id="21">
          <p15:clr>
            <a:srgbClr val="A4A3A4"/>
          </p15:clr>
        </p15:guide>
        <p15:guide id="22" pos="3285">
          <p15:clr>
            <a:srgbClr val="A4A3A4"/>
          </p15:clr>
        </p15:guide>
        <p15:guide id="23" pos="4022">
          <p15:clr>
            <a:srgbClr val="A4A3A4"/>
          </p15:clr>
        </p15:guide>
        <p15:guide id="24" pos="4053">
          <p15:clr>
            <a:srgbClr val="A4A3A4"/>
          </p15:clr>
        </p15:guide>
        <p15:guide id="25" pos="5544">
          <p15:clr>
            <a:srgbClr val="A4A3A4"/>
          </p15:clr>
        </p15:guide>
        <p15:guide id="26" pos="220">
          <p15:clr>
            <a:srgbClr val="A4A3A4"/>
          </p15:clr>
        </p15:guide>
        <p15:guide id="27" pos="348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izfl9Yo1OaU+BfT9AXoXzX3tlP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/>
    <p:restoredTop sz="94677"/>
  </p:normalViewPr>
  <p:slideViewPr>
    <p:cSldViewPr snapToGrid="0">
      <p:cViewPr varScale="1">
        <p:scale>
          <a:sx n="125" d="100"/>
          <a:sy n="125" d="100"/>
        </p:scale>
        <p:origin x="168" y="784"/>
      </p:cViewPr>
      <p:guideLst>
        <p:guide orient="horz" pos="644"/>
        <p:guide orient="horz" pos="2898"/>
        <p:guide orient="horz" pos="2412"/>
        <p:guide orient="horz" pos="3196"/>
        <p:guide orient="horz" pos="1350"/>
        <p:guide orient="horz" pos="1378"/>
        <p:guide orient="horz" pos="2078"/>
        <p:guide orient="horz" pos="125"/>
        <p:guide orient="horz" pos="2106"/>
        <p:guide orient="horz" pos="2859"/>
        <p:guide pos="960"/>
        <p:guide pos="1755"/>
        <p:guide pos="2883"/>
        <p:guide pos="2519"/>
        <p:guide pos="4790"/>
        <p:guide pos="2487"/>
        <p:guide pos="1722"/>
        <p:guide pos="987"/>
        <p:guide pos="4818"/>
        <p:guide pos="3257"/>
        <p:guide/>
        <p:guide pos="3285"/>
        <p:guide pos="4022"/>
        <p:guide pos="4053"/>
        <p:guide pos="5544"/>
        <p:guide pos="220"/>
        <p:guide pos="34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8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A90FBF-8340-F9F1-12A9-09CA54D776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8CF7A-B01C-C170-1068-A0F9BEFECF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31E80-F809-A345-8995-62A85C4C87A5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E1C98-E750-FE12-BAD8-3792C0D8B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D8E58-2121-C459-2463-B58ED7DF3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FA8CC-8ABF-424A-9F37-A98764489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92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" name="Google Shape;7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5c94c77ba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5c94c77ba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25c94c77baa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>
            <a:spLocks noGrp="1"/>
          </p:cNvSpPr>
          <p:nvPr>
            <p:ph type="body" idx="1"/>
          </p:nvPr>
        </p:nvSpPr>
        <p:spPr>
          <a:xfrm>
            <a:off x="310896" y="3039533"/>
            <a:ext cx="5372100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1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body" idx="1"/>
          </p:nvPr>
        </p:nvSpPr>
        <p:spPr>
          <a:xfrm>
            <a:off x="310896" y="2396066"/>
            <a:ext cx="5175504" cy="74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2"/>
          </p:nvPr>
        </p:nvSpPr>
        <p:spPr>
          <a:xfrm>
            <a:off x="308188" y="3140603"/>
            <a:ext cx="6041582" cy="487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body" idx="1"/>
          </p:nvPr>
        </p:nvSpPr>
        <p:spPr>
          <a:xfrm>
            <a:off x="274319" y="1371600"/>
            <a:ext cx="7371081" cy="364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274319" y="965201"/>
            <a:ext cx="8624147" cy="404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nippet">
  <p:cSld name="Code Snippe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274320" y="1320800"/>
            <a:ext cx="8607213" cy="333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i"/>
              <a:buNone/>
              <a:defRPr sz="1100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defRPr>
            </a:lvl1pPr>
            <a:lvl2pPr marL="914400" lvl="1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277861" y="1969202"/>
            <a:ext cx="7772400" cy="93010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body" idx="1"/>
          </p:nvPr>
        </p:nvSpPr>
        <p:spPr>
          <a:xfrm>
            <a:off x="269523" y="939800"/>
            <a:ext cx="4370210" cy="370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232F3E"/>
              </a:buClr>
              <a:buSzPts val="2200"/>
              <a:buFont typeface="Arial"/>
              <a:buNone/>
              <a:defRPr sz="2200">
                <a:solidFill>
                  <a:srgbClr val="232F3E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F3E"/>
              </a:buClr>
              <a:buSzPts val="2000"/>
              <a:buChar char="•"/>
              <a:defRPr sz="2000">
                <a:solidFill>
                  <a:srgbClr val="232F3E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•"/>
              <a:defRPr sz="1600">
                <a:solidFill>
                  <a:srgbClr val="232F3E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–"/>
              <a:defRPr sz="1600">
                <a:solidFill>
                  <a:srgbClr val="232F3E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»"/>
              <a:defRPr sz="1600">
                <a:solidFill>
                  <a:srgbClr val="232F3E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2"/>
          </p:nvPr>
        </p:nvSpPr>
        <p:spPr>
          <a:xfrm>
            <a:off x="4460523" y="939800"/>
            <a:ext cx="4370210" cy="370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232F3E"/>
              </a:buClr>
              <a:buSzPts val="2200"/>
              <a:buFont typeface="Arial"/>
              <a:buNone/>
              <a:defRPr sz="2200">
                <a:solidFill>
                  <a:srgbClr val="232F3E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F3E"/>
              </a:buClr>
              <a:buSzPts val="2000"/>
              <a:buChar char="•"/>
              <a:defRPr sz="2000">
                <a:solidFill>
                  <a:srgbClr val="232F3E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•"/>
              <a:defRPr sz="1600">
                <a:solidFill>
                  <a:srgbClr val="232F3E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–"/>
              <a:defRPr sz="1600">
                <a:solidFill>
                  <a:srgbClr val="232F3E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»"/>
              <a:defRPr sz="1600">
                <a:solidFill>
                  <a:srgbClr val="232F3E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>
            <a:spLocks noGrp="1"/>
          </p:cNvSpPr>
          <p:nvPr>
            <p:ph type="body" idx="1"/>
          </p:nvPr>
        </p:nvSpPr>
        <p:spPr>
          <a:xfrm>
            <a:off x="275278" y="939800"/>
            <a:ext cx="4187803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2"/>
          </p:nvPr>
        </p:nvSpPr>
        <p:spPr>
          <a:xfrm>
            <a:off x="275278" y="1419621"/>
            <a:ext cx="4187803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3"/>
          </p:nvPr>
        </p:nvSpPr>
        <p:spPr>
          <a:xfrm>
            <a:off x="4656667" y="939800"/>
            <a:ext cx="419946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4"/>
          </p:nvPr>
        </p:nvSpPr>
        <p:spPr>
          <a:xfrm>
            <a:off x="4656667" y="1419621"/>
            <a:ext cx="419946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274320" y="1011542"/>
            <a:ext cx="2715623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2"/>
          </p:nvPr>
        </p:nvSpPr>
        <p:spPr>
          <a:xfrm>
            <a:off x="3156071" y="1011542"/>
            <a:ext cx="2715623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3"/>
          </p:nvPr>
        </p:nvSpPr>
        <p:spPr>
          <a:xfrm>
            <a:off x="6037822" y="1011542"/>
            <a:ext cx="2715623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- Graphics">
  <p:cSld name="Four Content - Graphic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337742" y="3127084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2496747" y="3127084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4634585" y="3127084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990345" y="3127084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6" name="Google Shape;46;p28"/>
          <p:cNvSpPr>
            <a:spLocks noGrp="1"/>
          </p:cNvSpPr>
          <p:nvPr>
            <p:ph type="pic" idx="5"/>
          </p:nvPr>
        </p:nvSpPr>
        <p:spPr>
          <a:xfrm>
            <a:off x="337742" y="1604354"/>
            <a:ext cx="1797050" cy="1344612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28"/>
          <p:cNvSpPr>
            <a:spLocks noGrp="1"/>
          </p:cNvSpPr>
          <p:nvPr>
            <p:ph type="pic" idx="6"/>
          </p:nvPr>
        </p:nvSpPr>
        <p:spPr>
          <a:xfrm>
            <a:off x="2496747" y="1604354"/>
            <a:ext cx="1797050" cy="134461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8"/>
          <p:cNvSpPr>
            <a:spLocks noGrp="1"/>
          </p:cNvSpPr>
          <p:nvPr>
            <p:ph type="pic" idx="7"/>
          </p:nvPr>
        </p:nvSpPr>
        <p:spPr>
          <a:xfrm>
            <a:off x="4634585" y="1604354"/>
            <a:ext cx="1797050" cy="1344612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8"/>
          <p:cNvSpPr>
            <a:spLocks noGrp="1"/>
          </p:cNvSpPr>
          <p:nvPr>
            <p:ph type="pic" idx="8"/>
          </p:nvPr>
        </p:nvSpPr>
        <p:spPr>
          <a:xfrm>
            <a:off x="6990345" y="1604354"/>
            <a:ext cx="1797050" cy="13446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ntent - Graphics">
  <p:cSld name="Six Content - Graphic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body" idx="1"/>
          </p:nvPr>
        </p:nvSpPr>
        <p:spPr>
          <a:xfrm>
            <a:off x="297598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2"/>
          </p:nvPr>
        </p:nvSpPr>
        <p:spPr>
          <a:xfrm>
            <a:off x="3436973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body" idx="3"/>
          </p:nvPr>
        </p:nvSpPr>
        <p:spPr>
          <a:xfrm>
            <a:off x="6582639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body" idx="4"/>
          </p:nvPr>
        </p:nvSpPr>
        <p:spPr>
          <a:xfrm>
            <a:off x="297598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5"/>
          </p:nvPr>
        </p:nvSpPr>
        <p:spPr>
          <a:xfrm>
            <a:off x="3436973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6"/>
          </p:nvPr>
        </p:nvSpPr>
        <p:spPr>
          <a:xfrm>
            <a:off x="6582639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7" name="Google Shape;57;p29"/>
          <p:cNvSpPr>
            <a:spLocks noGrp="1"/>
          </p:cNvSpPr>
          <p:nvPr>
            <p:ph type="pic" idx="7"/>
          </p:nvPr>
        </p:nvSpPr>
        <p:spPr>
          <a:xfrm>
            <a:off x="297604" y="1046836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9"/>
          <p:cNvSpPr>
            <a:spLocks noGrp="1"/>
          </p:cNvSpPr>
          <p:nvPr>
            <p:ph type="pic" idx="8"/>
          </p:nvPr>
        </p:nvSpPr>
        <p:spPr>
          <a:xfrm>
            <a:off x="3436973" y="1046836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9"/>
          <p:cNvSpPr>
            <a:spLocks noGrp="1"/>
          </p:cNvSpPr>
          <p:nvPr>
            <p:ph type="pic" idx="9"/>
          </p:nvPr>
        </p:nvSpPr>
        <p:spPr>
          <a:xfrm>
            <a:off x="6582639" y="1046836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9"/>
          <p:cNvSpPr>
            <a:spLocks noGrp="1"/>
          </p:cNvSpPr>
          <p:nvPr>
            <p:ph type="pic" idx="13"/>
          </p:nvPr>
        </p:nvSpPr>
        <p:spPr>
          <a:xfrm>
            <a:off x="297604" y="2900910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9"/>
          <p:cNvSpPr>
            <a:spLocks noGrp="1"/>
          </p:cNvSpPr>
          <p:nvPr>
            <p:ph type="pic" idx="14"/>
          </p:nvPr>
        </p:nvSpPr>
        <p:spPr>
          <a:xfrm>
            <a:off x="3436973" y="2900910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9"/>
          <p:cNvSpPr>
            <a:spLocks noGrp="1"/>
          </p:cNvSpPr>
          <p:nvPr>
            <p:ph type="pic" idx="15"/>
          </p:nvPr>
        </p:nvSpPr>
        <p:spPr>
          <a:xfrm>
            <a:off x="6582639" y="2900910"/>
            <a:ext cx="1924050" cy="11006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body" idx="1"/>
          </p:nvPr>
        </p:nvSpPr>
        <p:spPr>
          <a:xfrm>
            <a:off x="533400" y="1329267"/>
            <a:ext cx="6248400" cy="334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/>
          <p:nvPr/>
        </p:nvSpPr>
        <p:spPr>
          <a:xfrm>
            <a:off x="1871133" y="-753533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547962" y="1989666"/>
            <a:ext cx="5175504" cy="74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/>
              <a:t>AWS Deck Template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body" idx="1"/>
          </p:nvPr>
        </p:nvSpPr>
        <p:spPr>
          <a:xfrm>
            <a:off x="509926" y="1534266"/>
            <a:ext cx="5577608" cy="310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dirty="0"/>
              <a:t>Fonts, sizes, colors, and layouts are all pre-built in this template.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i="1" dirty="0"/>
              <a:t>Please do not use shadows or outlines on shape elements. Limit color use for chart graphics to grayscale plus one accent color.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435187" y="1368380"/>
            <a:ext cx="8624146" cy="7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 &amp; Paste Content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340592" y="1676295"/>
            <a:ext cx="8205304" cy="28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This works when copying entire slides from other presentations as long as the source presentation is also 16:9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>
            <a:spLocks noGrp="1"/>
          </p:cNvSpPr>
          <p:nvPr>
            <p:ph type="body" idx="1"/>
          </p:nvPr>
        </p:nvSpPr>
        <p:spPr>
          <a:xfrm>
            <a:off x="437456" y="1965546"/>
            <a:ext cx="7371081" cy="364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When pasting content from another presentation please paste using “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Destination Theme</a:t>
            </a:r>
            <a:r>
              <a:rPr lang="en-US"/>
              <a:t>.”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>
              <a:solidFill>
                <a:srgbClr val="73747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/>
          </a:p>
        </p:txBody>
      </p:sp>
      <p:grpSp>
        <p:nvGrpSpPr>
          <p:cNvPr id="94" name="Google Shape;94;p5"/>
          <p:cNvGrpSpPr/>
          <p:nvPr/>
        </p:nvGrpSpPr>
        <p:grpSpPr>
          <a:xfrm>
            <a:off x="5236266" y="2897837"/>
            <a:ext cx="2397875" cy="1745269"/>
            <a:chOff x="4466831" y="2774306"/>
            <a:chExt cx="2397875" cy="1745269"/>
          </a:xfrm>
        </p:grpSpPr>
        <p:sp>
          <p:nvSpPr>
            <p:cNvPr id="95" name="Google Shape;95;p5"/>
            <p:cNvSpPr txBox="1"/>
            <p:nvPr/>
          </p:nvSpPr>
          <p:spPr>
            <a:xfrm>
              <a:off x="4616805" y="2774306"/>
              <a:ext cx="2247901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93137" y="3003221"/>
              <a:ext cx="2023328" cy="914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466831" y="3657044"/>
              <a:ext cx="735992" cy="8625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5"/>
          <p:cNvGrpSpPr/>
          <p:nvPr/>
        </p:nvGrpSpPr>
        <p:grpSpPr>
          <a:xfrm>
            <a:off x="1404119" y="2897834"/>
            <a:ext cx="2471651" cy="1687679"/>
            <a:chOff x="634684" y="2774303"/>
            <a:chExt cx="2471651" cy="1687679"/>
          </a:xfrm>
        </p:grpSpPr>
        <p:sp>
          <p:nvSpPr>
            <p:cNvPr id="99" name="Google Shape;99;p5"/>
            <p:cNvSpPr txBox="1"/>
            <p:nvPr/>
          </p:nvSpPr>
          <p:spPr>
            <a:xfrm>
              <a:off x="858434" y="2774303"/>
              <a:ext cx="2247901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58434" y="3209081"/>
              <a:ext cx="1338752" cy="502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4684" y="3599451"/>
              <a:ext cx="735992" cy="8625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519854" y="1300481"/>
            <a:ext cx="8624146" cy="7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Re-sizing Assets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>
            <a:spLocks noGrp="1"/>
          </p:cNvSpPr>
          <p:nvPr>
            <p:ph type="body" idx="1"/>
          </p:nvPr>
        </p:nvSpPr>
        <p:spPr>
          <a:xfrm>
            <a:off x="519854" y="1811866"/>
            <a:ext cx="7125546" cy="364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/>
              <a:t>Always hold down shift key and drag from corner when scaling assets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body" idx="1"/>
          </p:nvPr>
        </p:nvSpPr>
        <p:spPr>
          <a:xfrm>
            <a:off x="310896" y="2396066"/>
            <a:ext cx="5175504" cy="74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/>
              <a:t>This is an illustrated title slide</a:t>
            </a:r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body" idx="2"/>
          </p:nvPr>
        </p:nvSpPr>
        <p:spPr>
          <a:xfrm>
            <a:off x="308188" y="3140603"/>
            <a:ext cx="6041582" cy="487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/>
              <a:t>PRESENTER  |  DATE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443652" y="1300479"/>
            <a:ext cx="8624146" cy="7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 + Content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 txBox="1">
            <a:spLocks noGrp="1"/>
          </p:cNvSpPr>
          <p:nvPr>
            <p:ph type="body" idx="1"/>
          </p:nvPr>
        </p:nvSpPr>
        <p:spPr>
          <a:xfrm>
            <a:off x="443652" y="1972732"/>
            <a:ext cx="7371081" cy="303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>
            <a:spLocks noGrp="1"/>
          </p:cNvSpPr>
          <p:nvPr>
            <p:ph type="title"/>
          </p:nvPr>
        </p:nvSpPr>
        <p:spPr>
          <a:xfrm>
            <a:off x="274319" y="1151467"/>
            <a:ext cx="8205304" cy="592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 title + content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 txBox="1">
            <a:spLocks noGrp="1"/>
          </p:cNvSpPr>
          <p:nvPr>
            <p:ph type="body" idx="1"/>
          </p:nvPr>
        </p:nvSpPr>
        <p:spPr>
          <a:xfrm>
            <a:off x="274325" y="983850"/>
            <a:ext cx="8624100" cy="40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>
            <a:spLocks noGrp="1"/>
          </p:cNvSpPr>
          <p:nvPr>
            <p:ph type="title"/>
          </p:nvPr>
        </p:nvSpPr>
        <p:spPr>
          <a:xfrm>
            <a:off x="274319" y="1382060"/>
            <a:ext cx="8607214" cy="77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Code Snippet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 txBox="1">
            <a:spLocks noGrp="1"/>
          </p:cNvSpPr>
          <p:nvPr>
            <p:ph type="body" idx="1"/>
          </p:nvPr>
        </p:nvSpPr>
        <p:spPr>
          <a:xfrm>
            <a:off x="274320" y="1981199"/>
            <a:ext cx="8607213" cy="273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i"/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>
            <a:spLocks noGrp="1"/>
          </p:cNvSpPr>
          <p:nvPr>
            <p:ph type="title"/>
          </p:nvPr>
        </p:nvSpPr>
        <p:spPr>
          <a:xfrm>
            <a:off x="277861" y="1969202"/>
            <a:ext cx="7772400" cy="93010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/>
              <a:t>Section Title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>
            <a:spLocks noGrp="1"/>
          </p:cNvSpPr>
          <p:nvPr>
            <p:ph type="title"/>
          </p:nvPr>
        </p:nvSpPr>
        <p:spPr>
          <a:xfrm>
            <a:off x="269523" y="1100667"/>
            <a:ext cx="8561210" cy="54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Two columns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>
            <a:spLocks noGrp="1"/>
          </p:cNvSpPr>
          <p:nvPr>
            <p:ph type="body" idx="1"/>
          </p:nvPr>
        </p:nvSpPr>
        <p:spPr>
          <a:xfrm>
            <a:off x="269523" y="1642533"/>
            <a:ext cx="4370210" cy="3005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2200"/>
              <a:buFont typeface="Arial"/>
              <a:buNone/>
            </a:pPr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body" idx="2"/>
          </p:nvPr>
        </p:nvSpPr>
        <p:spPr>
          <a:xfrm>
            <a:off x="4460523" y="1642533"/>
            <a:ext cx="4370210" cy="3005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2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>
            <a:spLocks noGrp="1"/>
          </p:cNvSpPr>
          <p:nvPr>
            <p:ph type="body" idx="1"/>
          </p:nvPr>
        </p:nvSpPr>
        <p:spPr>
          <a:xfrm>
            <a:off x="381000" y="1526777"/>
            <a:ext cx="4082082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155" name="Google Shape;155;p14"/>
          <p:cNvSpPr txBox="1">
            <a:spLocks noGrp="1"/>
          </p:cNvSpPr>
          <p:nvPr>
            <p:ph type="body" idx="2"/>
          </p:nvPr>
        </p:nvSpPr>
        <p:spPr>
          <a:xfrm>
            <a:off x="381000" y="2006599"/>
            <a:ext cx="4082082" cy="237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/>
          </a:p>
        </p:txBody>
      </p:sp>
      <p:sp>
        <p:nvSpPr>
          <p:cNvPr id="156" name="Google Shape;156;p14"/>
          <p:cNvSpPr txBox="1">
            <a:spLocks noGrp="1"/>
          </p:cNvSpPr>
          <p:nvPr>
            <p:ph type="title"/>
          </p:nvPr>
        </p:nvSpPr>
        <p:spPr>
          <a:xfrm>
            <a:off x="381000" y="980304"/>
            <a:ext cx="8580854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4"/>
          <p:cNvSpPr txBox="1">
            <a:spLocks noGrp="1"/>
          </p:cNvSpPr>
          <p:nvPr>
            <p:ph type="body" idx="3"/>
          </p:nvPr>
        </p:nvSpPr>
        <p:spPr>
          <a:xfrm>
            <a:off x="4656667" y="1526777"/>
            <a:ext cx="419946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body" idx="4"/>
          </p:nvPr>
        </p:nvSpPr>
        <p:spPr>
          <a:xfrm>
            <a:off x="4656667" y="2006599"/>
            <a:ext cx="4199466" cy="237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>
            <a:spLocks noGrp="1"/>
          </p:cNvSpPr>
          <p:nvPr>
            <p:ph type="title"/>
          </p:nvPr>
        </p:nvSpPr>
        <p:spPr>
          <a:xfrm>
            <a:off x="452119" y="1144016"/>
            <a:ext cx="84764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Three column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"/>
          </p:nvPr>
        </p:nvSpPr>
        <p:spPr>
          <a:xfrm>
            <a:off x="558800" y="1930400"/>
            <a:ext cx="2456543" cy="2475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body" idx="2"/>
          </p:nvPr>
        </p:nvSpPr>
        <p:spPr>
          <a:xfrm>
            <a:off x="3440551" y="1930400"/>
            <a:ext cx="2456543" cy="2475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/>
          </a:p>
        </p:txBody>
      </p:sp>
      <p:sp>
        <p:nvSpPr>
          <p:cNvPr id="166" name="Google Shape;166;p15"/>
          <p:cNvSpPr txBox="1">
            <a:spLocks noGrp="1"/>
          </p:cNvSpPr>
          <p:nvPr>
            <p:ph type="body" idx="3"/>
          </p:nvPr>
        </p:nvSpPr>
        <p:spPr>
          <a:xfrm>
            <a:off x="6322302" y="1930400"/>
            <a:ext cx="2456543" cy="2475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>
            <a:spLocks noGrp="1"/>
          </p:cNvSpPr>
          <p:nvPr>
            <p:ph type="title"/>
          </p:nvPr>
        </p:nvSpPr>
        <p:spPr>
          <a:xfrm>
            <a:off x="274320" y="1524111"/>
            <a:ext cx="8202168" cy="57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Four column with graphics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337742" y="3618151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2496747" y="3618151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3"/>
          </p:nvPr>
        </p:nvSpPr>
        <p:spPr>
          <a:xfrm>
            <a:off x="4634585" y="3618151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body" idx="4"/>
          </p:nvPr>
        </p:nvSpPr>
        <p:spPr>
          <a:xfrm>
            <a:off x="6990345" y="3618151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76" name="Google Shape;176;p16"/>
          <p:cNvSpPr>
            <a:spLocks noGrp="1"/>
          </p:cNvSpPr>
          <p:nvPr>
            <p:ph type="pic" idx="5"/>
          </p:nvPr>
        </p:nvSpPr>
        <p:spPr>
          <a:xfrm>
            <a:off x="337742" y="2095421"/>
            <a:ext cx="1797050" cy="13446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Google Shape;177;p16"/>
          <p:cNvSpPr>
            <a:spLocks noGrp="1"/>
          </p:cNvSpPr>
          <p:nvPr>
            <p:ph type="pic" idx="6"/>
          </p:nvPr>
        </p:nvSpPr>
        <p:spPr>
          <a:xfrm>
            <a:off x="2496747" y="2095421"/>
            <a:ext cx="1797050" cy="13446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Google Shape;178;p16"/>
          <p:cNvSpPr>
            <a:spLocks noGrp="1"/>
          </p:cNvSpPr>
          <p:nvPr>
            <p:ph type="pic" idx="7"/>
          </p:nvPr>
        </p:nvSpPr>
        <p:spPr>
          <a:xfrm>
            <a:off x="4634585" y="2095421"/>
            <a:ext cx="1797050" cy="13446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Google Shape;179;p16"/>
          <p:cNvSpPr>
            <a:spLocks noGrp="1"/>
          </p:cNvSpPr>
          <p:nvPr>
            <p:ph type="pic" idx="8"/>
          </p:nvPr>
        </p:nvSpPr>
        <p:spPr>
          <a:xfrm>
            <a:off x="6990345" y="2095421"/>
            <a:ext cx="1797050" cy="13446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>
            <a:spLocks noGrp="1"/>
          </p:cNvSpPr>
          <p:nvPr>
            <p:ph type="title"/>
          </p:nvPr>
        </p:nvSpPr>
        <p:spPr>
          <a:xfrm>
            <a:off x="509271" y="1179159"/>
            <a:ext cx="8202168" cy="568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Six section with graphics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 txBox="1">
            <a:spLocks noGrp="1"/>
          </p:cNvSpPr>
          <p:nvPr>
            <p:ph type="body" idx="1"/>
          </p:nvPr>
        </p:nvSpPr>
        <p:spPr>
          <a:xfrm>
            <a:off x="297598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1</a:t>
            </a:r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body" idx="2"/>
          </p:nvPr>
        </p:nvSpPr>
        <p:spPr>
          <a:xfrm>
            <a:off x="3436973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2</a:t>
            </a:r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body" idx="3"/>
          </p:nvPr>
        </p:nvSpPr>
        <p:spPr>
          <a:xfrm>
            <a:off x="6582639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3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4"/>
          </p:nvPr>
        </p:nvSpPr>
        <p:spPr>
          <a:xfrm>
            <a:off x="297598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4</a:t>
            </a:r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5"/>
          </p:nvPr>
        </p:nvSpPr>
        <p:spPr>
          <a:xfrm>
            <a:off x="3436973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5</a:t>
            </a:r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6"/>
          </p:nvPr>
        </p:nvSpPr>
        <p:spPr>
          <a:xfrm>
            <a:off x="6582639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6</a:t>
            </a:r>
            <a:endParaRPr/>
          </a:p>
        </p:txBody>
      </p:sp>
      <p:sp>
        <p:nvSpPr>
          <p:cNvPr id="191" name="Google Shape;191;p17"/>
          <p:cNvSpPr>
            <a:spLocks noGrp="1"/>
          </p:cNvSpPr>
          <p:nvPr>
            <p:ph type="pic" idx="7"/>
          </p:nvPr>
        </p:nvSpPr>
        <p:spPr>
          <a:xfrm>
            <a:off x="297604" y="1046836"/>
            <a:ext cx="1924200" cy="1100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Google Shape;192;p17"/>
          <p:cNvSpPr>
            <a:spLocks noGrp="1"/>
          </p:cNvSpPr>
          <p:nvPr>
            <p:ph type="pic" idx="8"/>
          </p:nvPr>
        </p:nvSpPr>
        <p:spPr>
          <a:xfrm>
            <a:off x="3436973" y="1046836"/>
            <a:ext cx="1924200" cy="1100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Google Shape;193;p17"/>
          <p:cNvSpPr>
            <a:spLocks noGrp="1"/>
          </p:cNvSpPr>
          <p:nvPr>
            <p:ph type="pic" idx="9"/>
          </p:nvPr>
        </p:nvSpPr>
        <p:spPr>
          <a:xfrm>
            <a:off x="6582639" y="1046836"/>
            <a:ext cx="1924200" cy="1100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Google Shape;194;p17"/>
          <p:cNvSpPr>
            <a:spLocks noGrp="1"/>
          </p:cNvSpPr>
          <p:nvPr>
            <p:ph type="pic" idx="13"/>
          </p:nvPr>
        </p:nvSpPr>
        <p:spPr>
          <a:xfrm>
            <a:off x="297604" y="2900910"/>
            <a:ext cx="1924200" cy="1100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5" name="Google Shape;195;p17"/>
          <p:cNvSpPr>
            <a:spLocks noGrp="1"/>
          </p:cNvSpPr>
          <p:nvPr>
            <p:ph type="pic" idx="14"/>
          </p:nvPr>
        </p:nvSpPr>
        <p:spPr>
          <a:xfrm>
            <a:off x="3436973" y="2900910"/>
            <a:ext cx="1924200" cy="1100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Google Shape;196;p17"/>
          <p:cNvSpPr>
            <a:spLocks noGrp="1"/>
          </p:cNvSpPr>
          <p:nvPr>
            <p:ph type="pic" idx="15"/>
          </p:nvPr>
        </p:nvSpPr>
        <p:spPr>
          <a:xfrm>
            <a:off x="6582639" y="2900910"/>
            <a:ext cx="1924200" cy="1100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DeckTemplate-AWS">
  <a:themeElements>
    <a:clrScheme name="AWSome Day 2018">
      <a:dk1>
        <a:srgbClr val="232F3D"/>
      </a:dk1>
      <a:lt1>
        <a:srgbClr val="FFFFFF"/>
      </a:lt1>
      <a:dk2>
        <a:srgbClr val="008295"/>
      </a:dk2>
      <a:lt2>
        <a:srgbClr val="FFEBB7"/>
      </a:lt2>
      <a:accent1>
        <a:srgbClr val="36C1B2"/>
      </a:accent1>
      <a:accent2>
        <a:srgbClr val="008295"/>
      </a:accent2>
      <a:accent3>
        <a:srgbClr val="DDEEEE"/>
      </a:accent3>
      <a:accent4>
        <a:srgbClr val="B6B6B5"/>
      </a:accent4>
      <a:accent5>
        <a:srgbClr val="6E6E6E"/>
      </a:accent5>
      <a:accent6>
        <a:srgbClr val="DFE0DF"/>
      </a:accent6>
      <a:hlink>
        <a:srgbClr val="232F3D"/>
      </a:hlink>
      <a:folHlink>
        <a:srgbClr val="232F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WSCD_Aotearoa_OC_Virtual_ppt_v1" id="{1481E511-ADAC-F149-A558-E5434DE99520}" vid="{2CDC683D-1AAD-F146-A284-668875D0DE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150</Words>
  <Application>Microsoft Macintosh PowerPoint</Application>
  <PresentationFormat>On-screen Show (16:9)</PresentationFormat>
  <Paragraphs>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Oi</vt:lpstr>
      <vt:lpstr>DeckTemplate-AWS</vt:lpstr>
      <vt:lpstr>PowerPoint Presentation</vt:lpstr>
      <vt:lpstr>PowerPoint Presentation</vt:lpstr>
      <vt:lpstr>PowerPoint Presentation</vt:lpstr>
      <vt:lpstr>Copy &amp; Paste Content</vt:lpstr>
      <vt:lpstr>Re-sizing Assets</vt:lpstr>
      <vt:lpstr>PowerPoint Presentation</vt:lpstr>
      <vt:lpstr>Title + Content</vt:lpstr>
      <vt:lpstr>Alt title + content 1</vt:lpstr>
      <vt:lpstr>Code Snippet</vt:lpstr>
      <vt:lpstr>Section Title</vt:lpstr>
      <vt:lpstr>Two columns</vt:lpstr>
      <vt:lpstr>Comparison</vt:lpstr>
      <vt:lpstr>Three column</vt:lpstr>
      <vt:lpstr>Four column with graphics</vt:lpstr>
      <vt:lpstr>Six section with graphics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Arshad Zackeriya</cp:lastModifiedBy>
  <cp:revision>3</cp:revision>
  <dcterms:created xsi:type="dcterms:W3CDTF">2015-11-23T23:45:57Z</dcterms:created>
  <dcterms:modified xsi:type="dcterms:W3CDTF">2025-07-29T09:22:29Z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